
<file path=[Content_Types].xml><?xml version="1.0" encoding="utf-8"?>
<Types xmlns="http://schemas.openxmlformats.org/package/2006/content-types">
  <Default Extension="bin" ContentType="application/vnd.openxmlformats-officedocument.oleObject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vbaProject.bin" ContentType="application/vnd.ms-office.vbaPro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Vba" Type="http://schemas.microsoft.com/office/2006/relationships/vbaProject" Target="vbaProject.bin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phish.example/login" TargetMode="External"/><Relationship Id="rId3" Type="http://schemas.openxmlformats.org/officeDocument/2006/relationships/hyperlink" Target="file:///C:/Windows/System32/cmd.exe" TargetMode="External"/><Relationship Id="rIdBeacon" Type="http://schemas.openxmlformats.org/officeDocument/2006/relationships/image" Target="https://phish.example/beacon.png" TargetMode="External"/><Relationship Id="rIdOle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Invoice overdue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&lt;img src=x onerror=alert('pptx')&gt;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Pay the invoice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hlinkClick r:id="rId3" action="ppaction://program"/>
              </a:rPr>
              <a:t>Open the attachment</a:t>
            </a:r>
          </a:p>
        </p:txBody>
      </p:sp>
      <p:pic>
        <p:nvPicPr>
          <p:cNvPr id="99" name="Beacon"/>
          <p:cNvPicPr/>
          <p:nvPr/>
        </p:nvPicPr>
        <p:blipFill>
          <a:blip r:link="rIdBeacon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</dc:title>
  <dc:subject/>
  <dc:creator>Accounts</dc:creator>
  <cp:keywords/>
  <dc:description>generated using python-pptx</dc:description>
  <cp:lastModifiedBy>phisher</cp:lastModifiedBy>
  <cp:revision>1</cp:revision>
  <dcterms:created xsi:type="dcterms:W3CDTF">2026-01-02T03:04:05Z</dcterms:created>
  <dcterms:modified xsi:type="dcterms:W3CDTF">2026-01-02T03:04:05Z</dcterms:modified>
  <cp:category/>
</cp:coreProperties>
</file>