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 for slide one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Gorani slides page one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Quarterly review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고라니 둘째 장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Gorani slide two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Gorani slide three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828800"/>
          <a:ext cx="548640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</a:tblGrid>
              <a:tr h="457200">
                <a:tc>
                  <a:txBody>
                    <a:bodyPr/>
                    <a:lstStyle/>
                    <a:p>
                      <a:r>
                        <a:t>Case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Status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Lake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Closed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River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Open</a:t>
                      </a:r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3657600"/>
            <a:ext cx="1828800" cy="9144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Quarterly review</dc:title>
  <dc:subject/>
  <dc:creator>Gorani tests</dc:creator>
  <cp:keywords/>
  <dc:description>generated using python-pptx</dc:description>
  <cp:lastModifiedBy>Gorani tests</cp:lastModifiedBy>
  <cp:revision>1</cp:revision>
  <dcterms:created xsi:type="dcterms:W3CDTF">2026-01-02T03:04:05Z</dcterms:created>
  <dcterms:modified xsi:type="dcterms:W3CDTF">2026-01-02T03:04:05Z</dcterms:modified>
  <cp:category/>
</cp:coreProperties>
</file>